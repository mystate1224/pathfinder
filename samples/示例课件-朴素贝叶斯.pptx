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38528"/>
            <a:ext cx="128016" cy="128016"/>
          </a:xfrm>
          <a:prstGeom prst="ellipse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  <a:ea typeface="Microsoft YaHei"/>
              </a:rPr>
              <a:t>ONE-CLICK LESSON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935705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4353FF"/>
                </a:solidFill>
                <a:latin typeface="Microsoft YaHei"/>
                <a:ea typeface="Microsoft YaHei"/>
              </a:rPr>
              <a:t>朴素贝叶斯（标准型）：本节要解决的问题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9357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55555"/>
                </a:solidFill>
                <a:latin typeface="Microsoft YaHei"/>
                <a:ea typeface="Microsoft YaHei"/>
              </a:rPr>
              <a:t>机器学习　共 9 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8625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400" b="0">
                <a:solidFill>
                  <a:srgbClr val="555555"/>
                </a:solidFill>
                <a:latin typeface="Microsoft YaHei"/>
                <a:ea typeface="Microsoft YaHei"/>
              </a:rPr>
              <a:t>· 本节要解决的核心问题是什么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555555"/>
                </a:solidFill>
                <a:latin typeface="Microsoft YaHei"/>
                <a:ea typeface="Microsoft YaHei"/>
              </a:rPr>
              <a:t>· 学完能做什么：能用自己的话说明朴素贝叶斯的核心思想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555555"/>
                </a:solidFill>
                <a:latin typeface="Microsoft YaHei"/>
                <a:ea typeface="Microsoft YaHei"/>
              </a:rPr>
              <a:t>· 本节在整门课中的位置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  <a:ea typeface="Microsoft YaHei"/>
              </a:rPr>
              <a:t>2026-09-21 · 一键备课生成</a:t>
            </a:r>
          </a:p>
        </p:txBody>
      </p:sp>
      <p:sp>
        <p:nvSpPr>
          <p:cNvPr id="10" name="Oval 9"/>
          <p:cNvSpPr/>
          <p:nvPr/>
        </p:nvSpPr>
        <p:spPr>
          <a:xfrm>
            <a:off x="10774375" y="5532120"/>
            <a:ext cx="475488" cy="475488"/>
          </a:xfrm>
          <a:prstGeom prst="ellipse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39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4203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0545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能用自己的话说明朴素贝叶斯的核心思想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2377439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254203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50545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独立完成基础练习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3192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096511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59935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能结合课堂资料中的具体例子解释该知识点的作用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讲法提示：逐条念一遍，学生才知道这节课要交什么。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导入（4 分钟）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1927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回顾上节要点，用一道小题引出本节内容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331927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导入环节，约 4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讲法提示：对应教案「导入」环节，按教案节奏讲。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讲授（20 分钟）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1927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111"/>
                </a:solidFill>
                <a:latin typeface="Microsoft YaHei"/>
                <a:ea typeface="Microsoft YaHei"/>
              </a:rPr>
              <a:t>按「概念 → 方法 → 例题」顺序完整讲授，强调适用条件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331927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讲授环节，约 20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讲法提示：对应教案「讲授」环节，按教案节奏讲。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演练（14 分钟）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1927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111"/>
                </a:solidFill>
                <a:latin typeface="Microsoft YaHei"/>
                <a:ea typeface="Microsoft YaHei"/>
              </a:rPr>
              <a:t>学生独立完成 2 道课堂练习，教师巡视并当堂订正共性错误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331927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演练环节，约 14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讲法提示：对应教案「演练」环节，按教案节奏讲。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小结（7 分钟）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1927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归纳本节知识结构，布置作业并提示易错点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331927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小结环节，约 7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讲法提示：对应教案「小结」环节，按教案节奏讲。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重点回顾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39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4203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0545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第3讲 梯度下降与优化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2377439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254203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50545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第5讲 注意力机制与 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3192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096511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59935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5 残差连接与层归一化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讲法提示：结束前回扣重点，让学生自查有没有跟上。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易错点提醒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1927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111"/>
                </a:solidFill>
                <a:latin typeface="Microsoft YaHei"/>
                <a:ea typeface="Microsoft YaHei"/>
              </a:rPr>
              <a:t>朴素贝叶斯中抽象概念与直观理解的衔接（建议用类比或图示）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331927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朴素贝叶斯方法的适用条件判断（学生常忽略前提）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讲法提示：这些点学生最容易错，讲慢一点、留 30 秒提问。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68580" cy="841248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841248"/>
            <a:ext cx="10564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课堂小结与作业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F4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19272"/>
            <a:ext cx="50292" cy="1042416"/>
          </a:xfrm>
          <a:prstGeom prst="rect">
            <a:avLst/>
          </a:prstGeom>
          <a:solidFill>
            <a:srgbClr val="43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111"/>
                </a:solidFill>
                <a:latin typeface="Microsoft YaHei"/>
                <a:ea typeface="Microsoft YaHei"/>
              </a:rPr>
              <a:t>课后对应章节习题：完成课后第 1~5 题，写出关键步骤依据。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3154680"/>
            <a:ext cx="5318607" cy="137160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3319272"/>
            <a:ext cx="50292" cy="1042416"/>
          </a:xfrm>
          <a:prstGeom prst="rect">
            <a:avLst/>
          </a:prstGeom>
          <a:solidFill>
            <a:srgbClr val="17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82696"/>
            <a:ext cx="48156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</a:rPr>
              <a:t>下次课预告与预习要求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69280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F8F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50292" cy="566928"/>
          </a:xfrm>
          <a:prstGeom prst="rect">
            <a:avLst/>
          </a:prstGeom>
          <a:solidFill>
            <a:srgbClr val="D6F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</a:rPr>
              <a:t>讲法提示：作业要求逐条念一遍，避免学生漏项。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PathFinder · 寻径教育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382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0AE"/>
                </a:solidFill>
                <a:latin typeface="Microsoft YaHei"/>
                <a:ea typeface="Microsoft YaHe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朴素贝叶斯（标准型）</dc:title>
  <dc:subject/>
  <dc:creator>寻径教育 PathFinder · LearnBuddy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